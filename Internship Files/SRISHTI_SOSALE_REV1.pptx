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sh rules" userId="99336e5b27f0dfd1" providerId="LiveId" clId="{451B55D3-E55D-4D60-9E49-87AC87CF018D}"/>
    <pc:docChg chg="custSel modSld">
      <pc:chgData name="srish rules" userId="99336e5b27f0dfd1" providerId="LiveId" clId="{451B55D3-E55D-4D60-9E49-87AC87CF018D}" dt="2026-04-14T09:24:04.813" v="35" actId="20577"/>
      <pc:docMkLst>
        <pc:docMk/>
      </pc:docMkLst>
      <pc:sldChg chg="modSp mod">
        <pc:chgData name="srish rules" userId="99336e5b27f0dfd1" providerId="LiveId" clId="{451B55D3-E55D-4D60-9E49-87AC87CF018D}" dt="2026-04-14T09:24:04.813" v="35" actId="20577"/>
        <pc:sldMkLst>
          <pc:docMk/>
          <pc:sldMk cId="0" sldId="258"/>
        </pc:sldMkLst>
        <pc:spChg chg="mod">
          <ac:chgData name="srish rules" userId="99336e5b27f0dfd1" providerId="LiveId" clId="{451B55D3-E55D-4D60-9E49-87AC87CF018D}" dt="2026-04-14T09:24:00.746" v="24" actId="20577"/>
          <ac:spMkLst>
            <pc:docMk/>
            <pc:sldMk cId="0" sldId="258"/>
            <ac:spMk id="26" creationId="{00000000-0000-0000-0000-000000000000}"/>
          </ac:spMkLst>
        </pc:spChg>
        <pc:spChg chg="mod">
          <ac:chgData name="srish rules" userId="99336e5b27f0dfd1" providerId="LiveId" clId="{451B55D3-E55D-4D60-9E49-87AC87CF018D}" dt="2026-04-14T09:23:55.346" v="13" actId="20577"/>
          <ac:spMkLst>
            <pc:docMk/>
            <pc:sldMk cId="0" sldId="258"/>
            <ac:spMk id="28" creationId="{00000000-0000-0000-0000-000000000000}"/>
          </ac:spMkLst>
        </pc:spChg>
        <pc:spChg chg="mod">
          <ac:chgData name="srish rules" userId="99336e5b27f0dfd1" providerId="LiveId" clId="{451B55D3-E55D-4D60-9E49-87AC87CF018D}" dt="2026-04-14T09:24:04.813" v="35" actId="20577"/>
          <ac:spMkLst>
            <pc:docMk/>
            <pc:sldMk cId="0" sldId="258"/>
            <ac:spMk id="30" creationId="{00000000-0000-0000-0000-000000000000}"/>
          </ac:spMkLst>
        </pc:spChg>
      </pc:sldChg>
      <pc:sldChg chg="modSp mod">
        <pc:chgData name="srish rules" userId="99336e5b27f0dfd1" providerId="LiveId" clId="{451B55D3-E55D-4D60-9E49-87AC87CF018D}" dt="2026-04-14T09:23:21.580" v="2"/>
        <pc:sldMkLst>
          <pc:docMk/>
          <pc:sldMk cId="0" sldId="259"/>
        </pc:sldMkLst>
        <pc:spChg chg="mod">
          <ac:chgData name="srish rules" userId="99336e5b27f0dfd1" providerId="LiveId" clId="{451B55D3-E55D-4D60-9E49-87AC87CF018D}" dt="2026-04-14T09:22:48.979" v="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rish rules" userId="99336e5b27f0dfd1" providerId="LiveId" clId="{451B55D3-E55D-4D60-9E49-87AC87CF018D}" dt="2026-04-14T09:23:21.580" v="2"/>
          <ac:spMkLst>
            <pc:docMk/>
            <pc:sldMk cId="0" sldId="259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2EB2B-0D0B-EA45-0A20-B6F68D176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1C429-2575-3415-36E5-CB73EEBA4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5588C-68D4-56F2-5BC5-268AC7F69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B7C52-4F14-9C2B-24BC-3B4FF0A1D9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34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2EB2B-0D0B-EA45-0A20-B6F68D176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1C429-2575-3415-36E5-CB73EEBA4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5588C-68D4-56F2-5BC5-268AC7F69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B7C52-4F14-9C2B-24BC-3B4FF0A1D9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80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57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290"/>
            <a:ext cx="22860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28600"/>
            <a:ext cx="6400800" cy="438912"/>
          </a:xfrm>
          <a:prstGeom prst="rect">
            <a:avLst/>
          </a:prstGeom>
          <a:solidFill>
            <a:srgbClr val="0A5759"/>
          </a:solidFill>
          <a:ln w="12700">
            <a:solidFill>
              <a:srgbClr val="0A57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28600"/>
            <a:ext cx="6400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K.S. INSTITUTE OF TECHNOLOGY  |  Dept. of Computer Science &amp; Engineering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6400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kern="0" spc="200" dirty="0">
                <a:solidFill>
                  <a:srgbClr val="A8D5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VIII SEMESTER INTERNSHIP (BCS803)  |  REVIEW 1  |  2025-26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6400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PROGRESS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2395728"/>
            <a:ext cx="3657600" cy="502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606040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2606040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SRISHTI SOSALE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304495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USN: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3044952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1KS22CS154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483864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348386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2025_CSE_49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922776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Internal Guide: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3922776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Krishna Gudi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2293034"/>
            <a:ext cx="2148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12280" y="2752344"/>
            <a:ext cx="2148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8D5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2025-26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5759"/>
          </a:solidFill>
          <a:ln w="12700">
            <a:solidFill>
              <a:srgbClr val="0A57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|  Internship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7315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8D5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2 of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91440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05156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Organisation / Company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141732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SuprMentr</a:t>
            </a:r>
            <a:r>
              <a:rPr lang="en-US" sz="1150" dirty="0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Technologies Pvt Ltd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960120"/>
            <a:ext cx="91440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97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05156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Role / Designation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394960" y="141732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 Web Development (MERN) Intern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2286000"/>
            <a:ext cx="91440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231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237744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of Internship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14400" y="274320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Internship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75488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286000"/>
            <a:ext cx="91440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4231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237744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394960" y="274320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Feb 2026 to 16 May 2026  | 15 Weeks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3611880"/>
            <a:ext cx="91440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4904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14400" y="37033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/ Tools Used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914400" y="406908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/>
              <a:t>HTML, CSS, JavaScript, React, Node.js, Express.js, MongoDB, GitHub</a:t>
            </a:r>
          </a:p>
        </p:txBody>
      </p:sp>
      <p:sp>
        <p:nvSpPr>
          <p:cNvPr id="31" name="Shape 24"/>
          <p:cNvSpPr/>
          <p:nvPr/>
        </p:nvSpPr>
        <p:spPr>
          <a:xfrm>
            <a:off x="475488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754880" y="3611880"/>
            <a:ext cx="91440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74904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94960" y="37033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 Guide / Supervisor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394960" y="406908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150" dirty="0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Yashas MH, Program Manager, </a:t>
            </a:r>
            <a:r>
              <a:rPr lang="en-US" sz="1150" dirty="0" err="1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SuprMentr</a:t>
            </a:r>
            <a:r>
              <a:rPr lang="en-US" sz="1150" dirty="0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Technologies Pvt Ltd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5759"/>
          </a:solidFill>
          <a:ln w="12700">
            <a:solidFill>
              <a:srgbClr val="0A57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|  Work Done So Far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7315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8D5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3 of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12064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5120640" cy="384048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 Tasks / Activities Completed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490472"/>
            <a:ext cx="4526280" cy="512064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r>
              <a:rPr lang="en-US" sz="1100" dirty="0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Built a Mood Tracker app where users select their mood and the UI updates dynamically using state management. – HTML, CSS, JS, React.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2167128"/>
            <a:ext cx="5120640" cy="658368"/>
          </a:xfrm>
          <a:prstGeom prst="rect">
            <a:avLst/>
          </a:prstGeom>
          <a:solidFill>
            <a:srgbClr val="EAF0F1"/>
          </a:solidFill>
          <a:ln w="12700">
            <a:solidFill>
              <a:srgbClr val="BDC3C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30428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2240280"/>
            <a:ext cx="4526280" cy="512064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r>
              <a:rPr lang="en-US" sz="1100" dirty="0"/>
              <a:t>2. Developed a Smart Signup Form with real-time validation, error handling, and password visibility toggle. – HTML, CSS, JS (DOM Manipulation), React.</a:t>
            </a:r>
          </a:p>
        </p:txBody>
      </p:sp>
      <p:sp>
        <p:nvSpPr>
          <p:cNvPr id="14" name="Shape 10"/>
          <p:cNvSpPr/>
          <p:nvPr/>
        </p:nvSpPr>
        <p:spPr>
          <a:xfrm>
            <a:off x="274320" y="2916936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054096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990088"/>
            <a:ext cx="4526280" cy="512064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r>
              <a:rPr lang="en-US" sz="1100" dirty="0"/>
              <a:t>3. Created an Advanced Task Manager with add, delete, and state-based task handling using React hooks. – HTML, CSS, JS, React.</a:t>
            </a:r>
          </a:p>
        </p:txBody>
      </p:sp>
      <p:sp>
        <p:nvSpPr>
          <p:cNvPr id="17" name="Shape 12"/>
          <p:cNvSpPr/>
          <p:nvPr/>
        </p:nvSpPr>
        <p:spPr>
          <a:xfrm>
            <a:off x="274320" y="3666744"/>
            <a:ext cx="5120640" cy="658368"/>
          </a:xfrm>
          <a:prstGeom prst="rect">
            <a:avLst/>
          </a:prstGeom>
          <a:solidFill>
            <a:srgbClr val="EAF0F1"/>
          </a:solidFill>
          <a:ln w="12700">
            <a:solidFill>
              <a:srgbClr val="BDC3C7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803904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3739896"/>
            <a:ext cx="4526280" cy="512064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r>
              <a:rPr lang="en-US" sz="1100" dirty="0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</a:t>
            </a:r>
            <a:r>
              <a:rPr lang="en-US" sz="1100" dirty="0"/>
              <a:t>Built a Weather Application that retrieves and displays real-time weather data using API integration with a clean and responsive user interface</a:t>
            </a:r>
            <a:r>
              <a:rPr lang="en-US" sz="1100" dirty="0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– HTML, CSS, JS, React.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623560" y="914400"/>
            <a:ext cx="324612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623560" y="914400"/>
            <a:ext cx="3246120" cy="384048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  Technologies / Skills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623560" y="1389888"/>
            <a:ext cx="32461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715000" y="1472184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989320" y="1453896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HTML, CSS, JavaScript - Frontend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715000" y="1828800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989320" y="1810512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Basics of React – Frontend framework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715000" y="2185416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989320" y="216712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Basics of Node.js, Express.js -  Backend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715000" y="2542032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989320" y="2523744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Basics of MongoDB </a:t>
            </a:r>
            <a:r>
              <a:rPr lang="en-US" sz="1100" dirty="0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Database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715000" y="2898648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989320" y="288036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623560" y="3429000"/>
            <a:ext cx="3246120" cy="1207008"/>
          </a:xfrm>
          <a:prstGeom prst="rect">
            <a:avLst/>
          </a:prstGeom>
          <a:solidFill>
            <a:srgbClr val="E8F8F5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669280" y="34747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7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  Time &amp; Effort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669280" y="382219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 hrs/week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5669280" y="41605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weeks completed: 10 Weeks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5759"/>
          </a:solidFill>
          <a:ln w="12700">
            <a:solidFill>
              <a:srgbClr val="0A57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|  Deliverables &amp; Outcomes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7315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8D5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4 of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20624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91440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Deliverable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3931920" cy="123444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algn="just"/>
            <a:r>
              <a:rPr lang="en-US" sz="1100" dirty="0"/>
              <a:t>Developed multiple web applications using React, including Mood Tracker, Smart Signup, and Task Manager.</a:t>
            </a:r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14400"/>
            <a:ext cx="4206240" cy="41148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9144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91440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Secondary Deliverable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389888"/>
            <a:ext cx="3931920" cy="123444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algn="just"/>
            <a:r>
              <a:rPr lang="en-US" sz="1100" dirty="0"/>
              <a:t>Built a Weather Application using reusable components and API integration to display real-time weather data with a clean and responsive UI.</a:t>
            </a:r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420624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3464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283464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 Output / Artifact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310128"/>
            <a:ext cx="3931920" cy="123444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algn="just"/>
            <a:r>
              <a:rPr lang="en-US" sz="1100" dirty="0"/>
              <a:t>Worked on frontend projects using modern tools like Vite, and learned version control using Git and GitHub for project management and collaboration.</a:t>
            </a:r>
          </a:p>
        </p:txBody>
      </p:sp>
      <p:sp>
        <p:nvSpPr>
          <p:cNvPr id="21" name="Shape 19"/>
          <p:cNvSpPr/>
          <p:nvPr/>
        </p:nvSpPr>
        <p:spPr>
          <a:xfrm>
            <a:off x="4709160" y="283464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834640"/>
            <a:ext cx="4206240" cy="411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83464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03520" y="283464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/ Value Added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310128"/>
            <a:ext cx="3931920" cy="123444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algn="just"/>
            <a:r>
              <a:rPr lang="en-US" sz="1100" dirty="0"/>
              <a:t>Gained practical experience in frontend development, including building responsive user interfaces, integrating APIs, and managing application structure. Improved problem-solving skills and learned version control using Git and GitHub.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EAF927-C141-DB51-BF8E-62C9E61A8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E8374D-E58B-20E0-4794-D68B3134E49B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5759"/>
          </a:solidFill>
          <a:ln w="12700">
            <a:solidFill>
              <a:srgbClr val="0A5759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3D7ABB-7F63-00C3-E40A-E2BA1128BF42}"/>
              </a:ext>
            </a:extLst>
          </p:cNvPr>
          <p:cNvSpPr/>
          <p:nvPr/>
        </p:nvSpPr>
        <p:spPr>
          <a:xfrm>
            <a:off x="0" y="731520"/>
            <a:ext cx="914400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A9287C-CB97-F4C1-22B0-DE1755A4E0DC}"/>
              </a:ext>
            </a:extLst>
          </p:cNvPr>
          <p:cNvSpPr/>
          <p:nvPr/>
        </p:nvSpPr>
        <p:spPr>
          <a:xfrm>
            <a:off x="320040" y="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|  Deliverables &amp; Outcomes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AE53CD-13FF-DE16-491E-05527EA3CC9C}"/>
              </a:ext>
            </a:extLst>
          </p:cNvPr>
          <p:cNvSpPr/>
          <p:nvPr/>
        </p:nvSpPr>
        <p:spPr>
          <a:xfrm>
            <a:off x="7772400" y="0"/>
            <a:ext cx="1188720" cy="7315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8D5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5 of 8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FBC9844-7AFA-C2DF-5535-8F50DB1A4478}"/>
              </a:ext>
            </a:extLst>
          </p:cNvPr>
          <p:cNvSpPr/>
          <p:nvPr/>
        </p:nvSpPr>
        <p:spPr>
          <a:xfrm>
            <a:off x="4800600" y="283464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6FD110-2BC8-5B50-01A8-545F24877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826464"/>
            <a:ext cx="7680960" cy="431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156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EAF927-C141-DB51-BF8E-62C9E61A8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E8374D-E58B-20E0-4794-D68B3134E49B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5759"/>
          </a:solidFill>
          <a:ln w="12700">
            <a:solidFill>
              <a:srgbClr val="0A5759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3D7ABB-7F63-00C3-E40A-E2BA1128BF42}"/>
              </a:ext>
            </a:extLst>
          </p:cNvPr>
          <p:cNvSpPr/>
          <p:nvPr/>
        </p:nvSpPr>
        <p:spPr>
          <a:xfrm>
            <a:off x="0" y="731520"/>
            <a:ext cx="914400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A9287C-CB97-F4C1-22B0-DE1755A4E0DC}"/>
              </a:ext>
            </a:extLst>
          </p:cNvPr>
          <p:cNvSpPr/>
          <p:nvPr/>
        </p:nvSpPr>
        <p:spPr>
          <a:xfrm>
            <a:off x="320040" y="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|  Deliverables &amp; Outcomes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AE53CD-13FF-DE16-491E-05527EA3CC9C}"/>
              </a:ext>
            </a:extLst>
          </p:cNvPr>
          <p:cNvSpPr/>
          <p:nvPr/>
        </p:nvSpPr>
        <p:spPr>
          <a:xfrm>
            <a:off x="7772400" y="0"/>
            <a:ext cx="1188720" cy="7315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8D5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6 of 8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FBC9844-7AFA-C2DF-5535-8F50DB1A4478}"/>
              </a:ext>
            </a:extLst>
          </p:cNvPr>
          <p:cNvSpPr/>
          <p:nvPr/>
        </p:nvSpPr>
        <p:spPr>
          <a:xfrm>
            <a:off x="4800600" y="283464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1D576F-A787-3DDD-6F08-A0DD70415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17" y="803148"/>
            <a:ext cx="7722443" cy="434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91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5759"/>
          </a:solidFill>
          <a:ln w="12700">
            <a:solidFill>
              <a:srgbClr val="0A57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|  Learnings &amp; Challenges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7315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8D5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7 of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784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914400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Learnings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1417320"/>
            <a:ext cx="4206240" cy="704088"/>
          </a:xfrm>
          <a:prstGeom prst="rect">
            <a:avLst/>
          </a:prstGeom>
          <a:solidFill>
            <a:srgbClr val="E8F8F5"/>
          </a:solidFill>
          <a:ln w="12700">
            <a:solidFill>
              <a:srgbClr val="BDC3C7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61848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1490472"/>
            <a:ext cx="3703320" cy="5669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algn="just"/>
            <a:r>
              <a:rPr lang="en-US" sz="1100" dirty="0"/>
              <a:t>Gained hands-on experience in React development by building interactive applications with state management and dynamic UI updates.</a:t>
            </a:r>
          </a:p>
        </p:txBody>
      </p:sp>
      <p:sp>
        <p:nvSpPr>
          <p:cNvPr id="12" name="Shape 8"/>
          <p:cNvSpPr/>
          <p:nvPr/>
        </p:nvSpPr>
        <p:spPr>
          <a:xfrm>
            <a:off x="274320" y="2212848"/>
            <a:ext cx="42062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41401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" y="2286000"/>
            <a:ext cx="3703320" cy="5669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algn="just"/>
            <a:r>
              <a:rPr lang="en-US" sz="1100" dirty="0"/>
              <a:t>Learned form handling and validation techniques including real-time input handling and error management.</a:t>
            </a:r>
          </a:p>
        </p:txBody>
      </p:sp>
      <p:sp>
        <p:nvSpPr>
          <p:cNvPr id="15" name="Shape 10"/>
          <p:cNvSpPr/>
          <p:nvPr/>
        </p:nvSpPr>
        <p:spPr>
          <a:xfrm>
            <a:off x="274320" y="3008376"/>
            <a:ext cx="4206240" cy="704088"/>
          </a:xfrm>
          <a:prstGeom prst="rect">
            <a:avLst/>
          </a:prstGeom>
          <a:solidFill>
            <a:srgbClr val="E8F8F5"/>
          </a:solidFill>
          <a:ln w="12700">
            <a:solidFill>
              <a:srgbClr val="BDC3C7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209544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5800" y="3081528"/>
            <a:ext cx="3703320" cy="5669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algn="just"/>
            <a:r>
              <a:rPr lang="en-US" sz="1100" dirty="0"/>
              <a:t>Developed understanding of component-based architecture by creating reusable components and structured project layouts.</a:t>
            </a:r>
          </a:p>
        </p:txBody>
      </p:sp>
      <p:sp>
        <p:nvSpPr>
          <p:cNvPr id="18" name="Shape 12"/>
          <p:cNvSpPr/>
          <p:nvPr/>
        </p:nvSpPr>
        <p:spPr>
          <a:xfrm>
            <a:off x="274320" y="3803904"/>
            <a:ext cx="42062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400507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5800" y="3877056"/>
            <a:ext cx="3703320" cy="5669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algn="just"/>
            <a:r>
              <a:rPr lang="en-US" sz="1100" dirty="0"/>
              <a:t>Improved frontend design skills using CSS and responsive layouts to build clean and user-friendly interfaces.</a:t>
            </a:r>
          </a:p>
        </p:txBody>
      </p:sp>
      <p:sp>
        <p:nvSpPr>
          <p:cNvPr id="21" name="Shape 14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709160" y="914400"/>
            <a:ext cx="4114800" cy="4114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Challenges &amp; How You Overcame Them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663440" y="141732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4663440" y="1417320"/>
            <a:ext cx="73152" cy="10789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800600" y="1472184"/>
            <a:ext cx="3977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4800600" y="1673352"/>
            <a:ext cx="3977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/>
              <a:t>Faced difficulty in understanding React state management and component re-rendering.</a:t>
            </a:r>
          </a:p>
        </p:txBody>
      </p:sp>
      <p:sp>
        <p:nvSpPr>
          <p:cNvPr id="27" name="Text 20"/>
          <p:cNvSpPr/>
          <p:nvPr/>
        </p:nvSpPr>
        <p:spPr>
          <a:xfrm>
            <a:off x="4800600" y="1965960"/>
            <a:ext cx="3977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 solved it: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800600" y="2167128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/>
              <a:t>Practiced with projects like Mood Tracker and Task Manager to understand state flow and UI updates.</a:t>
            </a:r>
          </a:p>
        </p:txBody>
      </p:sp>
      <p:sp>
        <p:nvSpPr>
          <p:cNvPr id="29" name="Shape 22"/>
          <p:cNvSpPr/>
          <p:nvPr/>
        </p:nvSpPr>
        <p:spPr>
          <a:xfrm>
            <a:off x="4663440" y="258775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663440" y="2587752"/>
            <a:ext cx="73152" cy="10789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800600" y="2642616"/>
            <a:ext cx="3977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4800600" y="2843784"/>
            <a:ext cx="3977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/>
              <a:t>Struggled with form validation and handling multiple inputs efficiently.</a:t>
            </a:r>
          </a:p>
        </p:txBody>
      </p:sp>
      <p:sp>
        <p:nvSpPr>
          <p:cNvPr id="33" name="Text 26"/>
          <p:cNvSpPr/>
          <p:nvPr/>
        </p:nvSpPr>
        <p:spPr>
          <a:xfrm>
            <a:off x="4800600" y="3136392"/>
            <a:ext cx="3977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 solved it: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800600" y="333756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/>
              <a:t>Implemented controlled components and validation logic step-by-step in the Smart Signup project.</a:t>
            </a:r>
          </a:p>
        </p:txBody>
      </p:sp>
      <p:sp>
        <p:nvSpPr>
          <p:cNvPr id="35" name="Shape 28"/>
          <p:cNvSpPr/>
          <p:nvPr/>
        </p:nvSpPr>
        <p:spPr>
          <a:xfrm>
            <a:off x="4663440" y="3758184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663440" y="3758184"/>
            <a:ext cx="73152" cy="10789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800600" y="3813048"/>
            <a:ext cx="3977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4800600" y="4014216"/>
            <a:ext cx="3977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/>
              <a:t>Managing dynamic task updates and maintaining consistent UI behavior while adding and deleting tasks.</a:t>
            </a:r>
          </a:p>
        </p:txBody>
      </p:sp>
      <p:sp>
        <p:nvSpPr>
          <p:cNvPr id="39" name="Text 32"/>
          <p:cNvSpPr/>
          <p:nvPr/>
        </p:nvSpPr>
        <p:spPr>
          <a:xfrm>
            <a:off x="4800600" y="4306824"/>
            <a:ext cx="3977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 solved it: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4800600" y="4507992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/>
              <a:t>Used React state management and hooks to efficiently update and render tasks in real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57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D5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|  Plan Ahead &amp; Summary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548640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5394960" cy="38404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📅  Plan for Next Phase (Before Review 2)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5486400" cy="530352"/>
          </a:xfrm>
          <a:prstGeom prst="rect">
            <a:avLst/>
          </a:prstGeom>
          <a:solidFill>
            <a:srgbClr val="0A5759"/>
          </a:solidFill>
          <a:ln w="12700">
            <a:solidFill>
              <a:srgbClr val="1A6D7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5331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298448"/>
            <a:ext cx="4937760" cy="402336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Learn how to connect React frontend with a basic Node.js and Express backend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274320" y="1847088"/>
            <a:ext cx="5486400" cy="530352"/>
          </a:xfrm>
          <a:prstGeom prst="rect">
            <a:avLst/>
          </a:prstGeom>
          <a:solidFill>
            <a:srgbClr val="0A5759"/>
          </a:solidFill>
          <a:ln w="12700">
            <a:solidFill>
              <a:srgbClr val="1A6D72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659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1911096"/>
            <a:ext cx="4937760" cy="402336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Practice API integration by working with simple REST APIs and fetching data in frontend applications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274320" y="2459736"/>
            <a:ext cx="5486400" cy="530352"/>
          </a:xfrm>
          <a:prstGeom prst="rect">
            <a:avLst/>
          </a:prstGeom>
          <a:solidFill>
            <a:srgbClr val="0A5759"/>
          </a:solidFill>
          <a:ln w="12700">
            <a:solidFill>
              <a:srgbClr val="1A6D72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7860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2523744"/>
            <a:ext cx="4937760" cy="402336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Understand database concepts (MongoDB) and how to store and manage application data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6" name="Shape 11"/>
          <p:cNvSpPr/>
          <p:nvPr/>
        </p:nvSpPr>
        <p:spPr>
          <a:xfrm>
            <a:off x="274320" y="3072384"/>
            <a:ext cx="5486400" cy="530352"/>
          </a:xfrm>
          <a:prstGeom prst="rect">
            <a:avLst/>
          </a:prstGeom>
          <a:solidFill>
            <a:srgbClr val="0A5759"/>
          </a:solidFill>
          <a:ln w="12700">
            <a:solidFill>
              <a:srgbClr val="1A6D72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19125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" y="3136392"/>
            <a:ext cx="4937760" cy="402336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Build foundational backend skills including routing and basic middleware in Express </a:t>
            </a:r>
          </a:p>
        </p:txBody>
      </p:sp>
      <p:sp>
        <p:nvSpPr>
          <p:cNvPr id="19" name="Text 13"/>
          <p:cNvSpPr/>
          <p:nvPr/>
        </p:nvSpPr>
        <p:spPr>
          <a:xfrm>
            <a:off x="6035040" y="36576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6080760" y="1325880"/>
            <a:ext cx="2834640" cy="731520"/>
          </a:xfrm>
          <a:prstGeom prst="rect">
            <a:avLst/>
          </a:prstGeom>
          <a:solidFill>
            <a:srgbClr val="0A5759"/>
          </a:solidFill>
          <a:ln w="12700">
            <a:solidFill>
              <a:srgbClr val="1A6D7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080760" y="132588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7223760" y="1325880"/>
            <a:ext cx="1645920" cy="7315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Weeks Completed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080760" y="2167128"/>
            <a:ext cx="2834640" cy="731520"/>
          </a:xfrm>
          <a:prstGeom prst="rect">
            <a:avLst/>
          </a:prstGeom>
          <a:solidFill>
            <a:srgbClr val="0A5759"/>
          </a:solidFill>
          <a:ln w="12700">
            <a:solidFill>
              <a:srgbClr val="1A6D72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080760" y="2167128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7223760" y="2167128"/>
            <a:ext cx="1645920" cy="7315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Tasks Done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080760" y="3008376"/>
            <a:ext cx="2834640" cy="731520"/>
          </a:xfrm>
          <a:prstGeom prst="rect">
            <a:avLst/>
          </a:prstGeom>
          <a:solidFill>
            <a:srgbClr val="0A5759"/>
          </a:solidFill>
          <a:ln w="12700">
            <a:solidFill>
              <a:srgbClr val="1A6D7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080760" y="3008376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7223760" y="3008376"/>
            <a:ext cx="1645920" cy="7315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080760" y="3849624"/>
            <a:ext cx="2834640" cy="731520"/>
          </a:xfrm>
          <a:prstGeom prst="rect">
            <a:avLst/>
          </a:prstGeom>
          <a:solidFill>
            <a:srgbClr val="0A5759"/>
          </a:solidFill>
          <a:ln w="12700">
            <a:solidFill>
              <a:srgbClr val="1A6D72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080760" y="3849624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5"/>
          <p:cNvSpPr/>
          <p:nvPr/>
        </p:nvSpPr>
        <p:spPr>
          <a:xfrm>
            <a:off x="7208520" y="3849624"/>
            <a:ext cx="1645920" cy="7315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Skills Learnt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274320" y="4663440"/>
            <a:ext cx="5486400" cy="384048"/>
          </a:xfrm>
          <a:prstGeom prst="rect">
            <a:avLst/>
          </a:prstGeom>
          <a:solidFill>
            <a:srgbClr val="0A5759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20040" y="4663440"/>
            <a:ext cx="5394960" cy="38404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EF9E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Srishti </a:t>
            </a:r>
            <a:r>
              <a:rPr lang="en-US" sz="1200" i="1" dirty="0" err="1">
                <a:solidFill>
                  <a:srgbClr val="FEF9E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Sosale</a:t>
            </a:r>
            <a:r>
              <a:rPr lang="en-US" sz="1200" i="1" dirty="0">
                <a:solidFill>
                  <a:srgbClr val="FEF9E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 1KS22CS154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FEF9E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 for your time. Open to your feedback and questions!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754</Words>
  <Application>Microsoft Office PowerPoint</Application>
  <PresentationFormat>On-screen Show (16:9)</PresentationFormat>
  <Paragraphs>110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Review 1 – Student Presentation Template</dc:title>
  <dc:subject>PptxGenJS Presentation</dc:subject>
  <dc:creator>PptxGenJS</dc:creator>
  <cp:lastModifiedBy>srish rules</cp:lastModifiedBy>
  <cp:revision>8</cp:revision>
  <dcterms:created xsi:type="dcterms:W3CDTF">2026-04-11T05:43:00Z</dcterms:created>
  <dcterms:modified xsi:type="dcterms:W3CDTF">2026-04-14T09:24:23Z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7410331FB72F48C2B643702A743C46B3_13</vt:lpwstr>
  </property>
  <property fmtid="{D5CDD505-2E9C-101B-9397-08002B2CF9AE}" pid="3" name="KSOProductBuildVer">
    <vt:lpwstr>1033-12.1.0.25242</vt:lpwstr>
  </property>
</Properties>
</file>